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【引導提示】為什麼技術主管會上不反對會後不動？為什麼技術主管要嚴懲越級寫信的年輕工程師？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【荷蘭、北歐各國】基層與主管平起平坐，人人皆有一票否決權。領導者為「促進者」，追求刻在石碑上的神聖大承諾（大承諾）。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【中國量產基地、法國、印度】強調最高主管威權指揮（最高指揮官模式）。危機時刻基層渴望明確指令，領導者必須一肩扛起成敗責任。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【茶水間外衝突】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技術主管嚴厲斥責昨晚寫私信給你的年輕人：「不懂規矩！破壞團隊程序！」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【代表國家：日本、韓國】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代表國家：日本、韓國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【代表國家：中國、俄羅斯、印度、沙烏地阿拉伯】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代表國家：中國、俄羅斯、印度、沙烏地阿拉伯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【代表國家：美國（矽谷）、澳洲、加拿大、英國】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代表國家：美國（矽谷）、澳洲、加拿大、英國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矽谷敏捷試錯模式，組織極度扁平，決策採快速推進與動態修補。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【代表國家：荷蘭、瑞典、丹麥、挪威（北歐與低地國）】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代表國家：荷蘭、瑞典、丹麥、挪威（北歐與低地國）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 d 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【中國工廠、法國、印度】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