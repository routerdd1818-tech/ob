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【引導提示】為什麼技術主管會上不反對會後不動？為什麼技術主管要嚴懲越級寫信的年輕工程師？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82)。請計算距離 d = √[(X-78)² + (Y-82)²]，得分為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18)。交期只剩四小時的危機中，尋求共識會被視為卸責。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24)。引導學員理解敏捷文化中的小速決思維。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85)。至此四回合已全部揭曉，請各組加總四輪總積分！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第一象限（右上）：共識型決策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【日本、韓國】嚴明職級尊重與全員共識並存。正式會議僅為形式用印，真正的決策必須在會前依職級序列由下而上完成「會前私下摸底（根回）」。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第二象限（左上）：共識型決策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【荷蘭、北歐各國】基層與主管平起平坐，人人皆有一票否決權。領導者為「促進者」，追求刻在石碑上的神聖大承諾（大承諾）。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第三象限（左下）：由上而下速決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【美國矽谷、英國新創】扁平極客文化，鼓勵直抒己見甚至挑戰主管；但決策採「小速決」模式，先試跑、後續動態修補。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第四象限（右下）：由上而下速決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【中國量產基地、法國、印度】強調最高主管威權指揮（最高指揮官模式）。危機時刻基層渴望明確指令，領導者必須一肩扛起成敗責任。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【茶水間外衝突】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技術主管嚴厲斥責昨晚寫私信給你的年輕人：「不懂規矩！破壞團隊程序！」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第一象限（右上：橫軸 78，縱軸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第一象限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共識型決策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日本根回與稟議模式，兼具嚴明的職級尊卑與全員深度共識。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第四象限（右下：橫軸 84，縱軸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第四象限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由上而下速決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第三象限（左下：橫軸 22，縱軸 24）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第三象限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由上而下速決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24)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560344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矽谷敏捷試錯模式，組織極度扁平，決策採快速推進與動態修補。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第二象限（左上：橫軸 18，縱軸 85）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第二象限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共識型決策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85)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432054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荷蘭低地協商模式，基層工程師擁有一票否決權，追求刻在石碑上的神聖大承諾。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第一象限（右上）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第二象限（左上）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第三象限（左下）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 d 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第四象限（右下）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【中國工廠、法國、印度】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