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【引導提示】為什麼技術主管會上不反對會後不動？為什麼員工私下批評未在會議前討論是破壞規則？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18)。請計算距離 d = √[(X-78)² + (Y-18)²]，得分為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82)。交期只剩四小時的危機中，尋求共識會被視為卸責。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76)。引導學員理解敏捷文化中的小速決思維。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15)。至此四回合已全部揭曉，請各組加總四輪總積分！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左上象限：平等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【美國、英國】扁平極客文化，鼓勵直抒己見甚至挑戰主管；但決策採「小速決」模式，由主管快速拍板，先試跑再動態修補。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右上象限：階級 × 由上而下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【中國、法國】強調最高主管威權指揮（最高指揮官模式）。危機時刻基層渴望明確指令，領導者必須一肩扛起成敗責任。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左下象限：平等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【丹麥、荷蘭】基層與主管平起平坐，人人皆有一票否決權。領導者為「促進者」，追求刻在石碑上的神聖大承諾。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右下象限：階級 × 共識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【德國、日本】嚴明職級尊重與全員共識並存。正式會議僅為形式用印，真正的決策必須在會前依職級序列由下而上完成「會前私下摸底（根回）」。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【週一全體大會】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你：「提議縮短高溫測試工時兩成，大家有無異議？」全場低頭抄筆記，一片沉默……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【技術主管態度】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技術主管微笑：「我們會盡力研究。」你心想：太好了，大家都同意！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【週三產線現場】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來到產線，測試爐工時仍為百分之百，產線完全沒動！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【茶水間外議論】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員工私下罵你破壞規則：「沒有在會議前先跟大家討論，根本不尊重專業！」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決策課題：面對會議全員沉默抄筆記、會後產線完全不動的局面，你的領導決策座標落點在哪裡？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右下象限（右下：橫軸 78，縱軸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【代表國家：德國、日本】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代表國家：德國、日本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兼具嚴明的職級尊卑與全員深度共識，重視循序漸進的組織倫理與事前校準。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【凌晨兩點十分】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塗佈機良率雪崩跌至四成八！產線領班大驚失色。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【廠長強制停機】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【群組爭吵甩鍋】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【產線領班求救】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決策課題：距離交貨剩四小時，面對團隊恐懼責任且無人敢動手，你的領導決策座標落點在哪裡？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右上象限（右上：橫軸 84，縱軸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右上象限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階級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【代表國家：中國、法國】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代表國家：中國、法國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【封版倒數三十六小時】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【大膽激進提案】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【團隊全員起鬨】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【品保主管沉默】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品保主管面色凝重，沉默看向你等待定奪……倒數只剩三十五小時！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決策課題：面對成員大膽挑戰既有架構並要求立即上線，你的領導決策座標落點在哪裡？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左上象限（左上：橫軸 22，縱軸 76）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左上象限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由上而下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【代表國家：美國、英國】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76)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450982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代表國家：美國、英國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敏捷試錯模式，組織極度扁平，決策採小速決快速推進與動態修補。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5138928" cy="5138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029200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89320" y="1234440"/>
            <a:ext cx="5468112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01168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【發表會前兩小時】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全球發表會倒數兩小時，最大客戶技術長帶著兩名年輕測試員突然直接走進後台。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【現場攤牌報告】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【基層堅持把關】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【拒絕私下妥協】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5257800"/>
            <a:ext cx="5468112" cy="10058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決策課題：發表會倒數兩小時，面對客戶技術員在後台強硬阻擋放行，你的領導決策座標落點在哪裡？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左下象限（左下：橫軸 18，縱軸 15）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左下象限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 × 共識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93C5FD"/>
                </a:solidFill>
              </a:defRPr>
            </a:pPr>
            <a:r>
              <a:t>【代表國家：丹麥、荷蘭】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15)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（美國、英國）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右上象限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由上而下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（中國、法國）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左下象限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平等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（丹麥、荷蘭）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右下象限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階級 × 共識</a:t>
            </a:r>
          </a:p>
          <a:p>
            <a:pPr algn="ctr">
              <a:defRPr sz="850">
                <a:solidFill>
                  <a:srgbClr val="475569"/>
                </a:solidFill>
              </a:defRPr>
            </a:pPr>
            <a:r>
              <a:t>（德國、日本）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5792724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20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400"/>
              </a:spcBef>
              <a:defRPr sz="1500" b="1">
                <a:solidFill>
                  <a:srgbClr val="0284C7"/>
                </a:solidFill>
              </a:defRPr>
            </a:pPr>
            <a:r>
              <a:t>代表國家：丹麥、荷蘭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低地協商模式，基層工程師擁有一票否決權，追求刻在石碑上的神聖大承諾。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1600"/>
              </a:spcBef>
              <a:defRPr sz="17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45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左上象限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【美國、英國】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決策機制：小速決敏捷試錯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右上象限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由上而下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【中國、法國】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左下象限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【丹麥、荷蘭】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右下象限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階級 × 共識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【德國、日本】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