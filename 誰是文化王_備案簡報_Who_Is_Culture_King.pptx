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【引導提示】為什麼技術主管會上不反對會後不動？為什麼員工私下批評未在會議前討論是破壞規則？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18)。請計算距離 d = √[(X-78)² + (Y-18)²]，得分為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82)。交期只剩四小時的危機中，尋求共識會被視為卸責。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76)。引導學員理解敏捷文化中的小速決思維。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15)。至此四回合已全部揭曉，請各組加總四輪總積分！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左上象限：平等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【美國、英國】扁平極客文化，鼓勵直抒己見甚至挑戰主管；但決策採「小速決」模式，由主管快速拍板，先試跑再動態修補。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右上象限：階級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【中國、法國】強調最高主管威權指揮（最高指揮官模式）。危機時刻基層渴望明確指令，領導者必須一肩扛起成敗責任。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左下象限：平等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【丹麥、荷蘭】基層與主管平起平坐，人人皆有一票否決權。領導者為「促進者」，追求刻在石碑上的神聖大承諾。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右下象限：階級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【德國、日本】嚴明職級尊重與全員共識並存。正式會議僅為形式用印，真正的決策必須在會前依職級序列由下而上完成「會前私下摸底（根回）」。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55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【茶水間外議論】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員工私下罵你破壞規則：「沒有在會議前先跟大家討論，根本不尊重專業！」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12079"/>
            <a:ext cx="5468112" cy="10515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5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右下象限（右下：橫軸 78，縱軸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【代表國家：德國、日本】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代表國家：德國、日本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大會全員沉默低頭反映重階級；私下批評未在會前討論，則反映需事前摸底（根回）凝聚共識。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兼具嚴明的職級尊卑與全員深度共識，重視循序漸進的組織倫理與事前校準。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55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12079"/>
            <a:ext cx="5468112" cy="10515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5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右上象限（右上：橫軸 84，縱軸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【代表國家：中國、法國】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代表國家：中國、法國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基層無人敢擅自做主反映重階層；領班急求主管明確裁示，反映危機時仰賴由上而下拍板擔責。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55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12079"/>
            <a:ext cx="5468112" cy="10515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5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左上象限（左上：橫軸 22，縱軸 76）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76)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450982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代表國家：美國、英國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工程師當面直言挑戰主管反映極致平等；崇尚先跑再修並由主管拍板，反映由上而下敏捷速決。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敏捷試錯模式，組織極度扁平，決策採小速決快速推進與動態修補。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55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500"/>
              </a:spcBef>
              <a:defRPr sz="14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0000"/>
              </a:lnSpc>
              <a:defRPr sz="13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12079"/>
            <a:ext cx="5468112" cy="10515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5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左下象限（左下：橫軸 18，縱軸 15）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【代表國家：丹麥、荷蘭】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15)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5792724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代表國家：丹麥、荷蘭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基層測試員平起平坐主導談判反映高度平等；堅持全員公開共審達成一致，反映神聖共識大承諾。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低地協商模式，基層工程師擁有一票否決權，追求刻在石碑上的神聖大承諾。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左上象限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決策機制：小速決敏捷試錯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右上象限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左下象限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右下象限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